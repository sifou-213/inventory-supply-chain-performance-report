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06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25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385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57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49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52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52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34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538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3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621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7FA29-B815-4080-AC39-26ACEFD3DAE8}" type="datetimeFigureOut">
              <a:rPr lang="fr-FR" smtClean="0"/>
              <a:t>30/07/2026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E8450-F719-4896-B23A-4366E49010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83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" y="624597"/>
            <a:ext cx="10135478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31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295" y="166064"/>
            <a:ext cx="6476346" cy="66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5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" y="348428"/>
            <a:ext cx="11777210" cy="596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13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Grand écran</PresentationFormat>
  <Paragraphs>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2</cp:revision>
  <dcterms:created xsi:type="dcterms:W3CDTF">2026-07-30T17:49:57Z</dcterms:created>
  <dcterms:modified xsi:type="dcterms:W3CDTF">2026-07-30T18:07:08Z</dcterms:modified>
</cp:coreProperties>
</file>